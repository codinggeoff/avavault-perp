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4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4142"/>
                </a:solidFill>
                <a:latin typeface="Arial"/>
              </a:rPr>
              <a:t>AVALANCHE BUILDATHON · ONCHAIN FINANCE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85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EEEEE"/>
                </a:solidFill>
                <a:latin typeface="Arial"/>
              </a:rPr>
              <a:t>AvaVault Perp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Turn a rent-collecting property into perpetual-trading margin</a:t>
            </a:r>
          </a:p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Track: On-chain Finance &amp; Trading</a:t>
            </a:r>
          </a:p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Status: Working contract prototype + full tests + really deployed on Fuji testnet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4AF"/>
                </a:solidFill>
                <a:latin typeface="Arial"/>
              </a:rPr>
              <a:t>AvaVault Perp · Avalanche Buildathon · Onchain Finance 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4AF"/>
                </a:solidFill>
                <a:latin typeface="Arial"/>
              </a:rP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4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4142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85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EEEEE"/>
                </a:solidFill>
                <a:latin typeface="Arial"/>
              </a:rPr>
              <a:t>Real-world assets are mostly “dead assets” on-chain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RWA token holders can mostly only “hold and collect” — poor liquidity, single use</a:t>
            </a:r>
          </a:p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Perpetual traders need stablecoin / blue-chip margin</a:t>
            </a:r>
          </a:p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Yield assets must be cashed out first to be used as margin — selling away the upside exposure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4AF"/>
                </a:solidFill>
                <a:latin typeface="Arial"/>
              </a:rPr>
              <a:t>AvaVault Perp · Avalanche Buildathon · Onchain Finance 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4AF"/>
                </a:solidFill>
                <a:latin typeface="Arial"/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4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4142"/>
                </a:solidFill>
                <a:latin typeface="Arial"/>
              </a:rPr>
              <a:t>INSIGHT -&gt;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85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EEEEE"/>
                </a:solidFill>
                <a:latin typeface="Arial"/>
              </a:rPr>
              <a:t>Any DEX pair gives you a programmable price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Deposit RWA Token -&gt; DEX real-time pricing -&gt; Haircut into margin -&gt; Open perp position</a:t>
            </a:r>
          </a:p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Reuses the same DEX oracle architecture to value RWA assets live</a:t>
            </a:r>
          </a:p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No need to sell the RWA token to get trading margin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4AF"/>
                </a:solidFill>
                <a:latin typeface="Arial"/>
              </a:rPr>
              <a:t>AvaVault Perp · Avalanche Buildathon · Onchain Finance 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4AF"/>
                </a:solidFill>
                <a:latin typeface="Arial"/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4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4142"/>
                </a:solidFill>
                <a:latin typeface="Arial"/>
              </a:rPr>
              <a:t>TECH FUSION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85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EEEEE"/>
                </a:solidFill>
                <a:latin typeface="Arial"/>
              </a:rPr>
              <a:t>Three on-chain finance layers, fused into one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ORACLE · DEX Oracle — LFJ V1 live quotes via getAmountsOut on-chain pricing</a:t>
            </a:r>
          </a:p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ASSET · RWA Token — Real-estate rental rights, AccessControl role system</a:t>
            </a:r>
          </a:p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SETTLEMENT · Perp Vault — Off-chain matching + on-chain net settlement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4AF"/>
                </a:solidFill>
                <a:latin typeface="Arial"/>
              </a:rPr>
              <a:t>AvaVault Perp · Avalanche Buildathon · Onchain Finance 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4AF"/>
                </a:solidFill>
                <a:latin typeface="Arial"/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4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4142"/>
                </a:solidFill>
                <a:latin typeface="Arial"/>
              </a:rPr>
              <a:t>REAL DEPLOYMENT · NOT STAGED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85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EEEEE"/>
                </a:solidFill>
                <a:latin typeface="Arial"/>
              </a:rPr>
              <a:t>MultiCollateralVault is really deployed on Fuji testnet</a:t>
            </a:r>
          </a:p>
        </p:txBody>
      </p:sp>
      <p:pic>
        <p:nvPicPr>
          <p:cNvPr id="5" name="Picture 4" descr="02-vault-contract-snow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737360"/>
            <a:ext cx="5982208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AA4AF"/>
                </a:solidFill>
                <a:latin typeface="Arial"/>
              </a:rPr>
              <a:t>Verifiable on Snowtrace: contract creation + 3 real on-chain interactions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4AF"/>
                </a:solidFill>
                <a:latin typeface="Arial"/>
              </a:rPr>
              <a:t>AvaVault Perp · Avalanche Buildathon · Onchain Finance Track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4AF"/>
                </a:solidFill>
                <a:latin typeface="Arial"/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4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4142"/>
                </a:solidFill>
                <a:latin typeface="Arial"/>
              </a:rPr>
              <a:t>REAL ON-CHAIN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85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EEEEE"/>
                </a:solidFill>
                <a:latin typeface="Arial"/>
              </a:rPr>
              <a:t>Deposit margin -&gt; signed settlement, fully verifiable</a:t>
            </a:r>
          </a:p>
        </p:txBody>
      </p:sp>
      <p:pic>
        <p:nvPicPr>
          <p:cNvPr id="5" name="Picture 4" descr="03-real-deposit-tx-snow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5394960" cy="3793331"/>
          </a:xfrm>
          <a:prstGeom prst="rect">
            <a:avLst/>
          </a:prstGeom>
        </p:spPr>
      </p:pic>
      <p:pic>
        <p:nvPicPr>
          <p:cNvPr id="6" name="Picture 5" descr="04-real-settle-tx-snowt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737360"/>
            <a:ext cx="5394960" cy="37933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1264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AA4AF"/>
                </a:solidFill>
                <a:latin typeface="Arial"/>
              </a:rPr>
              <a:t>100 RWA tokens really deposited as margin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61264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AA4AF"/>
                </a:solidFill>
                <a:latin typeface="Arial"/>
              </a:rPr>
              <a:t>EIP-712 signed authorization, settled by the operator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4AF"/>
                </a:solidFill>
                <a:latin typeface="Arial"/>
              </a:rPr>
              <a:t>AvaVault Perp · Avalanche Buildathon · Onchain Finance 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4AF"/>
                </a:solidFill>
                <a:latin typeface="Arial"/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4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4142"/>
                </a:solidFill>
                <a:latin typeface="Arial"/>
              </a:rPr>
              <a:t>LIVE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85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EEEEE"/>
                </a:solidFill>
                <a:latin typeface="Arial"/>
              </a:rPr>
              <a:t>Nothing here is hardcoded</a:t>
            </a:r>
          </a:p>
        </p:txBody>
      </p:sp>
      <p:pic>
        <p:nvPicPr>
          <p:cNvPr id="5" name="Picture 4" descr="05-onchai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737360"/>
            <a:ext cx="6641432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AA4AF"/>
                </a:solidFill>
                <a:latin typeface="Arial"/>
              </a:rPr>
              <a:t>Every refresh re-reads Fuji chain state: supply, vault balance, DEX-reserve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4AF"/>
                </a:solidFill>
                <a:latin typeface="Arial"/>
              </a:rPr>
              <a:t>AvaVault Perp · Avalanche Buildathon · Onchain Finance Track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4AF"/>
                </a:solidFill>
                <a:latin typeface="Arial"/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4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4142"/>
                </a:solidFill>
                <a:latin typeface="Arial"/>
              </a:rPr>
              <a:t>END-TO-END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85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EEEEE"/>
                </a:solidFill>
                <a:latin typeface="Arial"/>
              </a:rPr>
              <a:t>The perpetual trading engine, really running</a:t>
            </a:r>
          </a:p>
        </p:txBody>
      </p:sp>
      <p:pic>
        <p:nvPicPr>
          <p:cNvPr id="5" name="Picture 4" descr="01-perp-dex-order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737360"/>
            <a:ext cx="4686618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AA4AF"/>
                </a:solidFill>
                <a:latin typeface="Arial"/>
              </a:rPr>
              <a:t>Real signed login - real order book depth - real order fills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4AF"/>
                </a:solidFill>
                <a:latin typeface="Arial"/>
              </a:rPr>
              <a:t>AvaVault Perp · Avalanche Buildathon · Onchain Finance Track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4AF"/>
                </a:solidFill>
                <a:latin typeface="Arial"/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4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4142"/>
                </a:solidFill>
                <a:latin typeface="Arial"/>
              </a:rPr>
              <a:t>WHY AVALANCHE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85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EEEEE"/>
                </a:solidFill>
                <a:latin typeface="Arial"/>
              </a:rPr>
              <a:t>Sub-second finality + near-zero gas make this practical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Real transaction fees: around 0.0001 AVAX</a:t>
            </a:r>
          </a:p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DEX prices can be read frequently, cheaply</a:t>
            </a:r>
          </a:p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C-Chain is fully EVM compatible, Solidity reused as-is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4AF"/>
                </a:solidFill>
                <a:latin typeface="Arial"/>
              </a:rPr>
              <a:t>AvaVault Perp · Avalanche Buildathon · Onchain Finance 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4AF"/>
                </a:solidFill>
                <a:latin typeface="Arial"/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4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4142"/>
                </a:solidFill>
                <a:latin typeface="Arial"/>
              </a:rPr>
              <a:t>AvaVault Perp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85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EEEEE"/>
                </a:solidFill>
                <a:latin typeface="Arial"/>
              </a:rPr>
              <a:t>Putting sleeping real-world assets back to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GitHub: &lt;put your forked repo link here&gt;</a:t>
            </a:r>
          </a:p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Track: On-chain Finance</a:t>
            </a:r>
          </a:p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Thanks for watching - building the next wave of on-chain finance on Avalanche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4AF"/>
                </a:solidFill>
                <a:latin typeface="Arial"/>
              </a:rPr>
              <a:t>AvaVault Perp · Avalanche Buildathon · Onchain Finance 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4AF"/>
                </a:solidFill>
                <a:latin typeface="Arial"/>
              </a:rP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