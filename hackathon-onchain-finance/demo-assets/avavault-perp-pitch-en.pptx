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AVALANCHE BUILDATHON · ONCHAIN FINANCE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AvaVault Perp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Turn a rent-collecting property into perpetual-trading margin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Track: On-chain Finance &amp; Trading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Status: Working contract prototype + full tests + really deployed on Fuji testnet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Real-world assets are mostly “dead assets” on-chain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RWA token holders can mostly only “hold and collect” — poor liquidity, single use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Perpetual traders need stablecoin / blue-chip margin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Yield assets must be cashed out first to be used as margin — selling away the upside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INSIGHT -&gt;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Any DEX pair gives you a programmable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Deposit RWA Token -&gt; DEX real-time pricing -&gt; Haircut into margin -&gt; Open perp position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Reuses the same DEX oracle architecture to value RWA assets live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No need to sell the RWA token to get trading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TECH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Three on-chain finance layers, fused into one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ORACLE · DEX Oracle — LFJ V1 pool + TWAP time-weighted pricing, manipulation-resistant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ASSET · RWA Token — Real-estate rental rights, AccessControl role system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SETTLEMENT · Perp Vault — Off-chain matching + signed on-chain settlement; positions/leverage/liquidation/insurance/funding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REAL DEPLOYMENT · NOT STAGED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MultiCollateralVaultV2 is really deployed on Fuji testnet</a:t>
            </a:r>
          </a:p>
        </p:txBody>
      </p:sp>
      <p:pic>
        <p:nvPicPr>
          <p:cNvPr id="5" name="Picture 4" descr="02-vault-contract-snow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598220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4AF"/>
                </a:solidFill>
                <a:latin typeface="Arial"/>
              </a:rPr>
              <a:t>Verifiable on Snowtrace: contract creation + 3 real on-chain interactions (image: first V1 deployment; V2 address in repo README)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REAL ON-CHAIN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Deposit margin -&gt; signed settlement, fully verifiable</a:t>
            </a:r>
          </a:p>
        </p:txBody>
      </p:sp>
      <p:pic>
        <p:nvPicPr>
          <p:cNvPr id="5" name="Picture 4" descr="03-real-deposit-tx-snow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394960" cy="3793331"/>
          </a:xfrm>
          <a:prstGeom prst="rect">
            <a:avLst/>
          </a:prstGeom>
        </p:spPr>
      </p:pic>
      <p:pic>
        <p:nvPicPr>
          <p:cNvPr id="6" name="Picture 5" descr="04-real-settle-tx-snow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394960" cy="37933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4AF"/>
                </a:solidFill>
                <a:latin typeface="Arial"/>
              </a:rPr>
              <a:t>100 RWA tokens really deposited as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126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4AF"/>
                </a:solidFill>
                <a:latin typeface="Arial"/>
              </a:rPr>
              <a:t>EIP-712 signed authorization, settled by the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Nothing here is hardcoded</a:t>
            </a:r>
          </a:p>
        </p:txBody>
      </p:sp>
      <p:pic>
        <p:nvPicPr>
          <p:cNvPr id="5" name="Picture 4" descr="05-oncha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664143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4AF"/>
                </a:solidFill>
                <a:latin typeface="Arial"/>
              </a:rPr>
              <a:t>Every refresh re-reads Fuji chain state: supply, vault balance, DEX-reserve 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END-TO-END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The perpetual trading engine, really running</a:t>
            </a:r>
          </a:p>
        </p:txBody>
      </p:sp>
      <p:pic>
        <p:nvPicPr>
          <p:cNvPr id="5" name="Picture 4" descr="01-perp-dex-order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468661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4AF"/>
                </a:solidFill>
                <a:latin typeface="Arial"/>
              </a:rPr>
              <a:t>Real signed login - real order book depth - real order fills - live leveraged positions &amp; liquidation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WHY AVALANCHE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Sub-second finality + near-zero gas make this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Real transaction fees: around 0.0001 AVAX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DEX prices can be read frequently, cheaply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C-Chain is fully EVM compatible, Solidity reused as-is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AvaVault Perp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Putting sleeping real-world assets back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GitHub: https://github.com/CodingGeoff/avavault-perp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Track: On-chain Finance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Thanks for watching - building the next wave of on-chain finance on Avalanche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