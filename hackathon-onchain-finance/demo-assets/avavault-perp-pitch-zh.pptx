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AVALANCHE BUILDATHON · 链上金融赛道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AvaVault Perp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把“收租金的房子”变成“能交易永续合约的保证金”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赛道：链上金融与交易（On-chain Finance &amp; Trading）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状态：可运行的合约原型 + 完整测试 + 真实部署到 Fuji 测试网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真实世界资产，大多数时候是“死资产”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RWA Token 持有者只能“拿着等分红”，流动性差、用途单一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永续合约交易者的保证金必须是稳定币/主流资产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收益类资产要先变现才能用作保证金——变现意味着卖出，失去持有收益权的敞口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洞察 → 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只要有一个 DEX 交易对，就有一个可编程的价格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存入 RWA Token → DEX 实时估值 → 打折计入保证金 → 开永续合约仓位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复用同一套 DEX Oracle 架构，为 RWA 资产提供实时估值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不需要先卖出 RWA，就能获得交易保证金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技术融合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三层链上金融组件，拼成一套完整系统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预言机层 · DEX Oracle — LFJ V1 交易池 + TWAP 时间加权报价，抗瞬时价格操纵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资产层 · RWA Token — 房地产租金收益权，AccessControl 权限体系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结算层 · Perp Vault — 链下撮合 + 链上签名授权结算；仓位/杠杆/强平/保险基金/资金费率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真实部署证明 · 非截图摆拍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MultiCollateralVaultV2 已真实部署到 Fuji 测试网</a:t>
            </a:r>
          </a:p>
        </p:txBody>
      </p:sp>
      <p:pic>
        <p:nvPicPr>
          <p:cNvPr id="5" name="Picture 4" descr="02-vault-contract-snow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737360"/>
            <a:ext cx="5982208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AA4AF"/>
                </a:solidFill>
                <a:latin typeface="Arial"/>
              </a:rPr>
              <a:t>Snowtrace 可直接验证：合约创建交易 + 3 笔真实链上交互（图为 V1 首次部署记录，V2 地址见仓库 README）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真实链上交易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存入保证金 → 签名授权结算，全部可验证</a:t>
            </a:r>
          </a:p>
        </p:txBody>
      </p:sp>
      <p:pic>
        <p:nvPicPr>
          <p:cNvPr id="5" name="Picture 4" descr="03-real-deposit-tx-snow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394960" cy="3793331"/>
          </a:xfrm>
          <a:prstGeom prst="rect">
            <a:avLst/>
          </a:prstGeom>
        </p:spPr>
      </p:pic>
      <p:pic>
        <p:nvPicPr>
          <p:cNvPr id="6" name="Picture 5" descr="04-real-settle-tx-snow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7360"/>
            <a:ext cx="5394960" cy="37933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A4AF"/>
                </a:solidFill>
                <a:latin typeface="Arial"/>
              </a:rPr>
              <a:t>100 枚 RWA Token 真实存入金库作为保证金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126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AA4AF"/>
                </a:solidFill>
                <a:latin typeface="Arial"/>
              </a:rPr>
              <a:t>EIP-712 签名授权，operator 代为完成真实结算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实时仪表盘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没有一个数字是写死的</a:t>
            </a:r>
          </a:p>
        </p:txBody>
      </p:sp>
      <p:pic>
        <p:nvPicPr>
          <p:cNvPr id="5" name="Picture 4" descr="05-oncha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737360"/>
            <a:ext cx="6641432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AA4AF"/>
                </a:solidFill>
                <a:latin typeface="Arial"/>
              </a:rPr>
              <a:t>每次刷新都重新读取 Fuji 链上状态：供应量、托管余额、DEX 储备量估值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端到端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永续合约交易引擎，真实跑通</a:t>
            </a:r>
          </a:p>
        </p:txBody>
      </p:sp>
      <p:pic>
        <p:nvPicPr>
          <p:cNvPr id="5" name="Picture 4" descr="01-perp-dex-order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737360"/>
            <a:ext cx="4686618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AA4AF"/>
                </a:solidFill>
                <a:latin typeface="Arial"/>
              </a:rPr>
              <a:t>真实登录签名 · 真实订单簿深度 · 真实下单回报 · 杠杆仓位与强平价实时可见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为什么是 Avalanche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亚秒级确认 + 极低 Gas，让高频链上定价成为可能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真实交易手续费：约 0.0001 AVAX 量级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DEX 实时价格可以被频繁、低成本地读取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C-Chain 完全 EVM 兼容，Solidity 直接复用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4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4142"/>
                </a:solidFill>
                <a:latin typeface="Arial"/>
              </a:rPr>
              <a:t>AvaVault Perp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EEEEE"/>
                </a:solidFill>
                <a:latin typeface="Arial"/>
              </a:rPr>
              <a:t>让沉睡的真实世界资产，重新流动起来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GitHub: https://github.com/CodingGeoff/avavault-perp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赛道：链上金融（On-chain Finance）</a:t>
            </a:r>
          </a:p>
          <a:p>
            <a:pPr>
              <a:spcAft>
                <a:spcPts val="1400"/>
              </a:spcAft>
              <a:defRPr sz="2000">
                <a:solidFill>
                  <a:srgbClr val="EEEEEE"/>
                </a:solidFill>
              </a:defRPr>
            </a:pPr>
            <a:r>
              <a:t>•  感谢观看 · 我们在 Avalanche 上，构建下一个链上金融的可能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4AF"/>
                </a:solidFill>
                <a:latin typeface="Arial"/>
              </a:rPr>
              <a:t>AvaVault Perp · Avalanche Buildathon · Onchain Finance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4AF"/>
                </a:solidFill>
                <a:latin typeface="Arial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